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685800" cy="6858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1097280"/>
            <a:ext cx="2286000" cy="4572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40080" y="20116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All-In-One Cannabis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Dispensary Platform</a:t>
            </a:r>
            <a:endParaRPr lang="en-US" sz="3400" dirty="0"/>
          </a:p>
        </p:txBody>
      </p:sp>
      <p:sp>
        <p:nvSpPr>
          <p:cNvPr id="7" name="Text 2"/>
          <p:cNvSpPr/>
          <p:nvPr/>
        </p:nvSpPr>
        <p:spPr>
          <a:xfrm>
            <a:off x="640080" y="32918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Compliance-first SaaS built for New York, New Jersey &amp; Connecticut dispensaries.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640080" y="4206240"/>
            <a:ext cx="109728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4"/>
          <p:cNvSpPr/>
          <p:nvPr/>
        </p:nvSpPr>
        <p:spPr>
          <a:xfrm>
            <a:off x="64008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cannasaas.io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5943600" y="-457200"/>
            <a:ext cx="36576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4CAF50">
                    <a:alpha val="6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2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Cannabis Operators Are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Drowning in Complexity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749040" cy="1188720"/>
          </a:xfrm>
          <a:prstGeom prst="rect">
            <a:avLst/>
          </a:prstGeom>
          <a:solidFill>
            <a:srgbClr val="0F2A0F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146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Chaos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27889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Metrc reporting errors cost $5K–$50K per violation. Manual data entry causes 23% error rates.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2286000"/>
            <a:ext cx="3749040" cy="1188720"/>
          </a:xfrm>
          <a:prstGeom prst="rect">
            <a:avLst/>
          </a:prstGeom>
          <a:solidFill>
            <a:srgbClr val="0F2A0F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5146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 Tools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394960" y="27889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Dispensaries juggle 4–7 separate systems for POS, inventory, compliance, and e-commerce.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657600"/>
            <a:ext cx="3749040" cy="1188720"/>
          </a:xfrm>
          <a:prstGeom prst="rect">
            <a:avLst/>
          </a:prstGeom>
          <a:solidFill>
            <a:srgbClr val="0F2A0F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862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Leakage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371600" y="41605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discrepancies average 8–12% of total stock. No real-time visibility into shrinkage.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663440" y="3657600"/>
            <a:ext cx="3749040" cy="1188720"/>
          </a:xfrm>
          <a:prstGeom prst="rect">
            <a:avLst/>
          </a:prstGeom>
          <a:solidFill>
            <a:srgbClr val="0F2A0F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8862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Drop-Off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394960" y="41605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of cannabis customers abandon online orders due to poor storefront UX and slow checkout.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68680"/>
            <a:ext cx="25603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workflow. Full compliance.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210312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2103120"/>
            <a:ext cx="1920240" cy="54864"/>
          </a:xfrm>
          <a:prstGeom prst="rect">
            <a:avLst/>
          </a:prstGeom>
          <a:solidFill>
            <a:srgbClr val="1B5E2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37744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3063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CannaSaas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3246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594360" y="36576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POS, inventory management, and Metrc compliance engine with automated reporting.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560320" y="210312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560320" y="2103120"/>
            <a:ext cx="1920240" cy="54864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237744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60320" y="3063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CannaSaas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2560320" y="3246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2697480" y="36576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supply chain, distributor ordering, and multi-location management.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663440" y="210312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663440" y="2103120"/>
            <a:ext cx="1920240" cy="54864"/>
          </a:xfrm>
          <a:prstGeom prst="rect">
            <a:avLst/>
          </a:prstGeom>
          <a:solidFill>
            <a:srgbClr val="388E3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237744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63440" y="3063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CannaSaas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663440" y="3246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Storefront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4800600" y="36576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WCAG-accessible customer e-commerce with age gate, cart, and delivery tracking.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766560" y="210312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766560" y="2103120"/>
            <a:ext cx="1920240" cy="54864"/>
          </a:xfrm>
          <a:prstGeom prst="rect">
            <a:avLst/>
          </a:prstGeom>
          <a:solidFill>
            <a:srgbClr val="43A04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2377440"/>
            <a:ext cx="548640" cy="5486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766560" y="3063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CannaSaas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6766560" y="3246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6903720" y="36576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analytics, competitor intelligence, and margin optimization dashboards.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40080" y="4800600"/>
            <a:ext cx="1097280" cy="2743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0" name="Text 23"/>
          <p:cNvSpPr/>
          <p:nvPr/>
        </p:nvSpPr>
        <p:spPr>
          <a:xfrm>
            <a:off x="64008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pricing — adopt one product or the full stack.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METRC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Tri-State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Reality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12848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194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Metrc sale receipt sync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24328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2606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retry queues with exponential backoff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35808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UID tagging for NY cannabis packages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447288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3429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compliance status dashboard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858768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3840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state reports (NY/NJ/CT)</a:t>
            </a:r>
            <a:endParaRPr lang="en-US" sz="13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270248"/>
            <a:ext cx="274320" cy="2743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51560" y="4251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with full change history</a:t>
            </a:r>
            <a:endParaRPr lang="en-US" sz="1300" dirty="0"/>
          </a:p>
        </p:txBody>
      </p:sp>
      <p:sp>
        <p:nvSpPr>
          <p:cNvPr id="16" name="Shape 8"/>
          <p:cNvSpPr/>
          <p:nvPr/>
        </p:nvSpPr>
        <p:spPr>
          <a:xfrm>
            <a:off x="5303520" y="2103120"/>
            <a:ext cx="3383280" cy="822960"/>
          </a:xfrm>
          <a:prstGeom prst="rect">
            <a:avLst/>
          </a:prstGeom>
          <a:solidFill>
            <a:srgbClr val="0F2A0F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Text 9"/>
          <p:cNvSpPr/>
          <p:nvPr/>
        </p:nvSpPr>
        <p:spPr>
          <a:xfrm>
            <a:off x="5303520" y="2148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99.7%</a:t>
            </a:r>
            <a:endParaRPr lang="en-US" sz="3200" dirty="0"/>
          </a:p>
        </p:txBody>
      </p:sp>
      <p:sp>
        <p:nvSpPr>
          <p:cNvPr id="18" name="Text 10"/>
          <p:cNvSpPr/>
          <p:nvPr/>
        </p:nvSpPr>
        <p:spPr>
          <a:xfrm>
            <a:off x="667512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Metrc sync accuracy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5303520" y="3063240"/>
            <a:ext cx="3383280" cy="822960"/>
          </a:xfrm>
          <a:prstGeom prst="rect">
            <a:avLst/>
          </a:prstGeom>
          <a:solidFill>
            <a:srgbClr val="0F2A0F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Text 12"/>
          <p:cNvSpPr/>
          <p:nvPr/>
        </p:nvSpPr>
        <p:spPr>
          <a:xfrm>
            <a:off x="5303520" y="3108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&lt;2s</a:t>
            </a:r>
            <a:endParaRPr lang="en-US" sz="3200" dirty="0"/>
          </a:p>
        </p:txBody>
      </p:sp>
      <p:sp>
        <p:nvSpPr>
          <p:cNvPr id="21" name="Text 13"/>
          <p:cNvSpPr/>
          <p:nvPr/>
        </p:nvSpPr>
        <p:spPr>
          <a:xfrm>
            <a:off x="6675120" y="30632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sync latency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5303520" y="4023360"/>
            <a:ext cx="3383280" cy="822960"/>
          </a:xfrm>
          <a:prstGeom prst="rect">
            <a:avLst/>
          </a:prstGeom>
          <a:solidFill>
            <a:srgbClr val="0F2A0F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Text 15"/>
          <p:cNvSpPr/>
          <p:nvPr/>
        </p:nvSpPr>
        <p:spPr>
          <a:xfrm>
            <a:off x="5303520" y="4069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200" dirty="0"/>
          </a:p>
        </p:txBody>
      </p:sp>
      <p:sp>
        <p:nvSpPr>
          <p:cNvPr id="24" name="Text 16"/>
          <p:cNvSpPr/>
          <p:nvPr/>
        </p:nvSpPr>
        <p:spPr>
          <a:xfrm>
            <a:off x="6675120" y="4023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violations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CannaSaas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Tri-State Cannabis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Is Exploding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94560"/>
            <a:ext cx="256032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23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$4.2B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tri-state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by 2028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219456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2194560"/>
            <a:ext cx="256032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423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1,200+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74720" y="3291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dispensaries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NY/NJ/CT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2194560"/>
            <a:ext cx="256032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423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309360" y="3291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better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tools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480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CannaSaas is purpose-built for this market from day one — not a generic POS retrofitted for cannabis.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229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Enterprise-Grade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4884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300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NestJS + GraphQL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14300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API layer with real-time subscriptions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14884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5780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 + TypeORM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525780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data isolation with row-level security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0896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4300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pnpm + Turborepo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114300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with shared packages and parallel builds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108960"/>
            <a:ext cx="365760" cy="3657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5780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BullMQ + Redis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525780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 processing with retry and dead-letter queues</a:t>
            </a:r>
            <a:endParaRPr lang="en-US" sz="11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069080"/>
            <a:ext cx="365760" cy="36576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43000" y="4023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+ Vite React</a:t>
            </a:r>
            <a:endParaRPr lang="en-US" sz="1400" dirty="0"/>
          </a:p>
        </p:txBody>
      </p:sp>
      <p:sp>
        <p:nvSpPr>
          <p:cNvPr id="19" name="Text 11"/>
          <p:cNvSpPr/>
          <p:nvPr/>
        </p:nvSpPr>
        <p:spPr>
          <a:xfrm>
            <a:off x="1143000" y="4343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 storefronts and SPA admin portals</a:t>
            </a:r>
            <a:endParaRPr lang="en-US" sz="11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4069080"/>
            <a:ext cx="365760" cy="36576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57800" y="4023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S3 + Sharp</a:t>
            </a:r>
            <a:endParaRPr lang="en-US" sz="1400" dirty="0"/>
          </a:p>
        </p:txBody>
      </p:sp>
      <p:sp>
        <p:nvSpPr>
          <p:cNvPr id="22" name="Text 13"/>
          <p:cNvSpPr/>
          <p:nvPr/>
        </p:nvSpPr>
        <p:spPr>
          <a:xfrm>
            <a:off x="5257800" y="4343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optimization pipeline with CDN delivery</a:t>
            </a:r>
            <a:endParaRPr lang="en-US" sz="1100" dirty="0"/>
          </a:p>
        </p:txBody>
      </p:sp>
      <p:sp>
        <p:nvSpPr>
          <p:cNvPr id="23" name="Shape 1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71507"/>
          </a:solidFill>
          <a:ln/>
        </p:spPr>
      </p:sp>
      <p:sp>
        <p:nvSpPr>
          <p:cNvPr id="24" name="Text 15"/>
          <p:cNvSpPr/>
          <p:nvPr/>
        </p:nvSpPr>
        <p:spPr>
          <a:xfrm>
            <a:off x="457200" y="4663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</a:t>
            </a:r>
            <a:endParaRPr lang="en-US" sz="1000" dirty="0"/>
          </a:p>
        </p:txBody>
      </p:sp>
      <p:sp>
        <p:nvSpPr>
          <p:cNvPr id="25" name="Text 16"/>
          <p:cNvSpPr/>
          <p:nvPr/>
        </p:nvSpPr>
        <p:spPr>
          <a:xfrm>
            <a:off x="2194560" y="4663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Ready</a:t>
            </a:r>
            <a:endParaRPr lang="en-US" sz="1000" dirty="0"/>
          </a:p>
        </p:txBody>
      </p:sp>
      <p:sp>
        <p:nvSpPr>
          <p:cNvPr id="26" name="Text 17"/>
          <p:cNvSpPr/>
          <p:nvPr/>
        </p:nvSpPr>
        <p:spPr>
          <a:xfrm>
            <a:off x="3931920" y="4663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5669280" y="4663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Uptime SLA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7406640" y="4663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HIPAA-Aware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Transparent Pricing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2286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$299</a:t>
            </a:r>
            <a:pPr algn="ctr" indent="0" marL="0">
              <a:buNone/>
            </a:pPr>
            <a:r>
              <a:rPr lang="en-US" sz="1400" dirty="0">
                <a:solidFill>
                  <a:srgbClr val="6B7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/mo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60120" y="3154680"/>
            <a:ext cx="182880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CannaSaas Core POS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639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Metrc auto-sync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9867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analytics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3342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1645920"/>
            <a:ext cx="2560320" cy="320040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2900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900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29000" y="2286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$599</a:t>
            </a:r>
            <a:pPr algn="ctr" indent="0" marL="0">
              <a:buNone/>
            </a:pPr>
            <a:r>
              <a:rPr lang="en-US" sz="1400" dirty="0">
                <a:solidFill>
                  <a:srgbClr val="B8C9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/mo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42900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 locations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94760" y="3154680"/>
            <a:ext cx="1828800" cy="9144"/>
          </a:xfrm>
          <a:prstGeom prst="rect">
            <a:avLst/>
          </a:prstGeom>
          <a:solidFill>
            <a:srgbClr val="2E5E2E"/>
          </a:solidFill>
          <a:ln/>
        </p:spPr>
      </p:sp>
      <p:sp>
        <p:nvSpPr>
          <p:cNvPr id="19" name="Text 17"/>
          <p:cNvSpPr/>
          <p:nvPr/>
        </p:nvSpPr>
        <p:spPr>
          <a:xfrm>
            <a:off x="370332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03320" y="3639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CannaSaas Storefront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03320" y="39867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CRM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03320" y="43342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164592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6364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263640" y="2286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pPr algn="ctr" indent="0" marL="0">
              <a:buNone/>
            </a:pP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26364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locations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29400" y="3154680"/>
            <a:ext cx="182880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8" name="Text 26"/>
          <p:cNvSpPr/>
          <p:nvPr/>
        </p:nvSpPr>
        <p:spPr>
          <a:xfrm>
            <a:off x="653796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 suite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3639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CannaSaas Insights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37960" y="39867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CSM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37960" y="43342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integrations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36-Week Delivery Plan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7863840" cy="36576"/>
          </a:xfrm>
          <a:prstGeom prst="rect">
            <a:avLst/>
          </a:prstGeom>
          <a:solidFill>
            <a:srgbClr val="2E5E2E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1801368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880360"/>
            <a:ext cx="1737360" cy="1188720"/>
          </a:xfrm>
          <a:prstGeom prst="rect">
            <a:avLst/>
          </a:prstGeom>
          <a:solidFill>
            <a:srgbClr val="0F2A0F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9718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POS, Metrc sync,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setup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801368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88920" y="2880360"/>
            <a:ext cx="1737360" cy="1188720"/>
          </a:xfrm>
          <a:prstGeom prst="rect">
            <a:avLst/>
          </a:prstGeom>
          <a:solidFill>
            <a:srgbClr val="0F2A0F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80360" y="29718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 launch,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PostGIS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2120" y="1801368"/>
            <a:ext cx="182880" cy="18288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46320" y="2880360"/>
            <a:ext cx="1737360" cy="1188720"/>
          </a:xfrm>
          <a:prstGeom prst="rect">
            <a:avLst/>
          </a:prstGeom>
          <a:solidFill>
            <a:srgbClr val="0F2A0F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29718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B2B,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Elasticsearch, PWA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89520" y="1801368"/>
            <a:ext cx="182880" cy="18288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23774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03720" y="2880360"/>
            <a:ext cx="1737360" cy="1188720"/>
          </a:xfrm>
          <a:prstGeom prst="rect">
            <a:avLst/>
          </a:prstGeom>
          <a:solidFill>
            <a:srgbClr val="0F2A0F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95160" y="29718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dashboards,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analytics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two-week sprints  •  Continuous delivery  •  Early access available Q2 2026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731520"/>
            <a:ext cx="822960" cy="82296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777240"/>
            <a:ext cx="2560320" cy="5029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914400" y="17373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Grow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Dispensary?</a:t>
            </a:r>
            <a:endParaRPr lang="en-US" sz="4000" dirty="0"/>
          </a:p>
        </p:txBody>
      </p:sp>
      <p:sp>
        <p:nvSpPr>
          <p:cNvPr id="6" name="Text 1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waitlist for early access and founding partner pricing.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2926080" y="3749040"/>
            <a:ext cx="3291840" cy="640080"/>
          </a:xfrm>
          <a:prstGeom prst="rect">
            <a:avLst/>
          </a:prstGeom>
          <a:solidFill>
            <a:srgbClr val="4CAF5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3840480"/>
            <a:ext cx="320040" cy="32004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291840" y="3749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a Demo</a:t>
            </a:r>
            <a:endParaRPr lang="en-US" sz="1800" dirty="0"/>
          </a:p>
        </p:txBody>
      </p:sp>
      <p:sp>
        <p:nvSpPr>
          <p:cNvPr id="10" name="Shape 4"/>
          <p:cNvSpPr/>
          <p:nvPr/>
        </p:nvSpPr>
        <p:spPr>
          <a:xfrm>
            <a:off x="3474720" y="4526280"/>
            <a:ext cx="2194560" cy="18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5"/>
          <p:cNvSpPr/>
          <p:nvPr/>
        </p:nvSpPr>
        <p:spPr>
          <a:xfrm>
            <a:off x="182880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hello@cannasaas.io  •  cannasaas.io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CannaSaas — Cannabis Dispensary Platform</dc:title>
  <dc:subject>PptxGenJS Presentation</dc:subject>
  <dc:creator>CannaSaas</dc:creator>
  <cp:lastModifiedBy>CannaSaas</cp:lastModifiedBy>
  <cp:revision>1</cp:revision>
  <dcterms:created xsi:type="dcterms:W3CDTF">2026-03-16T11:03:20Z</dcterms:created>
  <dcterms:modified xsi:type="dcterms:W3CDTF">2026-03-16T11:03:20Z</dcterms:modified>
</cp:coreProperties>
</file>